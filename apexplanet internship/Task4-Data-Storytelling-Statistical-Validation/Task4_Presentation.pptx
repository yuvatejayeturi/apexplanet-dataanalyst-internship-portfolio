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8DE01-B1A6-4118-82FC-9AD92F9A4606}" v="18" dt="2026-06-30T14:48:06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66" d="100"/>
          <a:sy n="66" d="100"/>
        </p:scale>
        <p:origin x="43" y="-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A TEJA" userId="91a11b5a00d0027a" providerId="LiveId" clId="{CAB8F2AF-1830-49C3-9F69-8FDCC51A149C}"/>
    <pc:docChg chg="custSel addSld delSld modSld">
      <pc:chgData name="YUVA TEJA" userId="91a11b5a00d0027a" providerId="LiveId" clId="{CAB8F2AF-1830-49C3-9F69-8FDCC51A149C}" dt="2026-06-30T14:48:17.599" v="605" actId="20577"/>
      <pc:docMkLst>
        <pc:docMk/>
      </pc:docMkLst>
      <pc:sldChg chg="modSp new mod">
        <pc:chgData name="YUVA TEJA" userId="91a11b5a00d0027a" providerId="LiveId" clId="{CAB8F2AF-1830-49C3-9F69-8FDCC51A149C}" dt="2026-06-30T14:32:41.464" v="95" actId="20577"/>
        <pc:sldMkLst>
          <pc:docMk/>
          <pc:sldMk cId="527767590" sldId="256"/>
        </pc:sldMkLst>
        <pc:spChg chg="mod">
          <ac:chgData name="YUVA TEJA" userId="91a11b5a00d0027a" providerId="LiveId" clId="{CAB8F2AF-1830-49C3-9F69-8FDCC51A149C}" dt="2026-06-30T14:32:05.487" v="72"/>
          <ac:spMkLst>
            <pc:docMk/>
            <pc:sldMk cId="527767590" sldId="256"/>
            <ac:spMk id="2" creationId="{DBBECC9D-82CF-92DD-D939-5D92DCBA1B44}"/>
          </ac:spMkLst>
        </pc:spChg>
        <pc:spChg chg="mod">
          <ac:chgData name="YUVA TEJA" userId="91a11b5a00d0027a" providerId="LiveId" clId="{CAB8F2AF-1830-49C3-9F69-8FDCC51A149C}" dt="2026-06-30T14:32:41.464" v="95" actId="20577"/>
          <ac:spMkLst>
            <pc:docMk/>
            <pc:sldMk cId="527767590" sldId="256"/>
            <ac:spMk id="3" creationId="{9CF3D9B5-6676-EE14-3B84-91625F63F41D}"/>
          </ac:spMkLst>
        </pc:spChg>
      </pc:sldChg>
      <pc:sldChg chg="modSp del mod">
        <pc:chgData name="YUVA TEJA" userId="91a11b5a00d0027a" providerId="LiveId" clId="{CAB8F2AF-1830-49C3-9F69-8FDCC51A149C}" dt="2026-06-30T14:31:36.769" v="70" actId="47"/>
        <pc:sldMkLst>
          <pc:docMk/>
          <pc:sldMk cId="4104348826" sldId="256"/>
        </pc:sldMkLst>
        <pc:spChg chg="mod">
          <ac:chgData name="YUVA TEJA" userId="91a11b5a00d0027a" providerId="LiveId" clId="{CAB8F2AF-1830-49C3-9F69-8FDCC51A149C}" dt="2026-06-30T14:31:28.216" v="69" actId="20577"/>
          <ac:spMkLst>
            <pc:docMk/>
            <pc:sldMk cId="4104348826" sldId="256"/>
            <ac:spMk id="2" creationId="{F1B7B488-9B36-FACF-1AA9-6A6FF5254237}"/>
          </ac:spMkLst>
        </pc:spChg>
      </pc:sldChg>
      <pc:sldChg chg="modSp new mod">
        <pc:chgData name="YUVA TEJA" userId="91a11b5a00d0027a" providerId="LiveId" clId="{CAB8F2AF-1830-49C3-9F69-8FDCC51A149C}" dt="2026-06-30T14:34:15.051" v="103" actId="20577"/>
        <pc:sldMkLst>
          <pc:docMk/>
          <pc:sldMk cId="2933589101" sldId="257"/>
        </pc:sldMkLst>
        <pc:spChg chg="mod">
          <ac:chgData name="YUVA TEJA" userId="91a11b5a00d0027a" providerId="LiveId" clId="{CAB8F2AF-1830-49C3-9F69-8FDCC51A149C}" dt="2026-06-30T14:33:45.247" v="97"/>
          <ac:spMkLst>
            <pc:docMk/>
            <pc:sldMk cId="2933589101" sldId="257"/>
            <ac:spMk id="2" creationId="{71E2E672-8E5E-00D9-65B7-FB804FBFFD87}"/>
          </ac:spMkLst>
        </pc:spChg>
        <pc:spChg chg="mod">
          <ac:chgData name="YUVA TEJA" userId="91a11b5a00d0027a" providerId="LiveId" clId="{CAB8F2AF-1830-49C3-9F69-8FDCC51A149C}" dt="2026-06-30T14:34:15.051" v="103" actId="20577"/>
          <ac:spMkLst>
            <pc:docMk/>
            <pc:sldMk cId="2933589101" sldId="257"/>
            <ac:spMk id="3" creationId="{D9CC54A4-0B46-96B0-2C6F-0863C80F9E7E}"/>
          </ac:spMkLst>
        </pc:spChg>
      </pc:sldChg>
      <pc:sldChg chg="modSp new mod">
        <pc:chgData name="YUVA TEJA" userId="91a11b5a00d0027a" providerId="LiveId" clId="{CAB8F2AF-1830-49C3-9F69-8FDCC51A149C}" dt="2026-06-30T14:35:03.110" v="112" actId="20577"/>
        <pc:sldMkLst>
          <pc:docMk/>
          <pc:sldMk cId="1202271926" sldId="258"/>
        </pc:sldMkLst>
        <pc:spChg chg="mod">
          <ac:chgData name="YUVA TEJA" userId="91a11b5a00d0027a" providerId="LiveId" clId="{CAB8F2AF-1830-49C3-9F69-8FDCC51A149C}" dt="2026-06-30T14:34:40.621" v="106"/>
          <ac:spMkLst>
            <pc:docMk/>
            <pc:sldMk cId="1202271926" sldId="258"/>
            <ac:spMk id="2" creationId="{EEF7BDE1-F6E8-3C65-13C0-D997C346E8FE}"/>
          </ac:spMkLst>
        </pc:spChg>
        <pc:spChg chg="mod">
          <ac:chgData name="YUVA TEJA" userId="91a11b5a00d0027a" providerId="LiveId" clId="{CAB8F2AF-1830-49C3-9F69-8FDCC51A149C}" dt="2026-06-30T14:35:03.110" v="112" actId="20577"/>
          <ac:spMkLst>
            <pc:docMk/>
            <pc:sldMk cId="1202271926" sldId="258"/>
            <ac:spMk id="3" creationId="{50D30352-26CA-5608-2340-163DD15E6A06}"/>
          </ac:spMkLst>
        </pc:spChg>
      </pc:sldChg>
      <pc:sldChg chg="addSp delSp modSp new mod">
        <pc:chgData name="YUVA TEJA" userId="91a11b5a00d0027a" providerId="LiveId" clId="{CAB8F2AF-1830-49C3-9F69-8FDCC51A149C}" dt="2026-06-30T14:40:30.111" v="143" actId="1076"/>
        <pc:sldMkLst>
          <pc:docMk/>
          <pc:sldMk cId="1266350235" sldId="259"/>
        </pc:sldMkLst>
        <pc:spChg chg="mod">
          <ac:chgData name="YUVA TEJA" userId="91a11b5a00d0027a" providerId="LiveId" clId="{CAB8F2AF-1830-49C3-9F69-8FDCC51A149C}" dt="2026-06-30T14:39:42.723" v="136" actId="14100"/>
          <ac:spMkLst>
            <pc:docMk/>
            <pc:sldMk cId="1266350235" sldId="259"/>
            <ac:spMk id="2" creationId="{01CDB3B5-26E4-5A36-44DD-DCC2765D9E47}"/>
          </ac:spMkLst>
        </pc:spChg>
        <pc:spChg chg="del">
          <ac:chgData name="YUVA TEJA" userId="91a11b5a00d0027a" providerId="LiveId" clId="{CAB8F2AF-1830-49C3-9F69-8FDCC51A149C}" dt="2026-06-30T14:38:53.797" v="129" actId="931"/>
          <ac:spMkLst>
            <pc:docMk/>
            <pc:sldMk cId="1266350235" sldId="259"/>
            <ac:spMk id="3" creationId="{2D34E8FC-4BA4-E6E5-D399-04DFBB433CE2}"/>
          </ac:spMkLst>
        </pc:spChg>
        <pc:spChg chg="add mod">
          <ac:chgData name="YUVA TEJA" userId="91a11b5a00d0027a" providerId="LiveId" clId="{CAB8F2AF-1830-49C3-9F69-8FDCC51A149C}" dt="2026-06-30T14:40:30.111" v="143" actId="1076"/>
          <ac:spMkLst>
            <pc:docMk/>
            <pc:sldMk cId="1266350235" sldId="259"/>
            <ac:spMk id="7" creationId="{65BBECB0-B698-A876-D709-11D8A9DBD79F}"/>
          </ac:spMkLst>
        </pc:spChg>
        <pc:picChg chg="add mod ord">
          <ac:chgData name="YUVA TEJA" userId="91a11b5a00d0027a" providerId="LiveId" clId="{CAB8F2AF-1830-49C3-9F69-8FDCC51A149C}" dt="2026-06-30T14:39:50.141" v="138" actId="14100"/>
          <ac:picMkLst>
            <pc:docMk/>
            <pc:sldMk cId="1266350235" sldId="259"/>
            <ac:picMk id="5" creationId="{55CC37B3-00A1-6D03-5B6D-BC080F8D7E8B}"/>
          </ac:picMkLst>
        </pc:picChg>
      </pc:sldChg>
      <pc:sldChg chg="addSp delSp modSp new del mod">
        <pc:chgData name="YUVA TEJA" userId="91a11b5a00d0027a" providerId="LiveId" clId="{CAB8F2AF-1830-49C3-9F69-8FDCC51A149C}" dt="2026-06-30T14:38:36.248" v="126" actId="2696"/>
        <pc:sldMkLst>
          <pc:docMk/>
          <pc:sldMk cId="3192030644" sldId="259"/>
        </pc:sldMkLst>
        <pc:spChg chg="del">
          <ac:chgData name="YUVA TEJA" userId="91a11b5a00d0027a" providerId="LiveId" clId="{CAB8F2AF-1830-49C3-9F69-8FDCC51A149C}" dt="2026-06-30T14:37:50.460" v="119" actId="21"/>
          <ac:spMkLst>
            <pc:docMk/>
            <pc:sldMk cId="3192030644" sldId="259"/>
            <ac:spMk id="2" creationId="{948F2D83-2AA6-856E-82FA-0C7F38A15EF9}"/>
          </ac:spMkLst>
        </pc:spChg>
        <pc:spChg chg="del">
          <ac:chgData name="YUVA TEJA" userId="91a11b5a00d0027a" providerId="LiveId" clId="{CAB8F2AF-1830-49C3-9F69-8FDCC51A149C}" dt="2026-06-30T14:37:06.629" v="113" actId="931"/>
          <ac:spMkLst>
            <pc:docMk/>
            <pc:sldMk cId="3192030644" sldId="259"/>
            <ac:spMk id="3" creationId="{B7D59F0A-2808-2220-5210-EF1DBEC1D2A8}"/>
          </ac:spMkLst>
        </pc:spChg>
        <pc:picChg chg="add mod ord">
          <ac:chgData name="YUVA TEJA" userId="91a11b5a00d0027a" providerId="LiveId" clId="{CAB8F2AF-1830-49C3-9F69-8FDCC51A149C}" dt="2026-06-30T14:38:09.590" v="125" actId="14100"/>
          <ac:picMkLst>
            <pc:docMk/>
            <pc:sldMk cId="3192030644" sldId="259"/>
            <ac:picMk id="5" creationId="{FC136C9D-8A2B-F27B-E219-9D4CA0D1B17A}"/>
          </ac:picMkLst>
        </pc:picChg>
      </pc:sldChg>
      <pc:sldChg chg="addSp delSp modSp new mod">
        <pc:chgData name="YUVA TEJA" userId="91a11b5a00d0027a" providerId="LiveId" clId="{CAB8F2AF-1830-49C3-9F69-8FDCC51A149C}" dt="2026-06-30T14:43:27.895" v="153" actId="1076"/>
        <pc:sldMkLst>
          <pc:docMk/>
          <pc:sldMk cId="678083589" sldId="260"/>
        </pc:sldMkLst>
        <pc:spChg chg="mod">
          <ac:chgData name="YUVA TEJA" userId="91a11b5a00d0027a" providerId="LiveId" clId="{CAB8F2AF-1830-49C3-9F69-8FDCC51A149C}" dt="2026-06-30T14:40:53.987" v="145"/>
          <ac:spMkLst>
            <pc:docMk/>
            <pc:sldMk cId="678083589" sldId="260"/>
            <ac:spMk id="2" creationId="{F35FF285-90B2-8BC6-FEF4-E5944744570B}"/>
          </ac:spMkLst>
        </pc:spChg>
        <pc:spChg chg="del">
          <ac:chgData name="YUVA TEJA" userId="91a11b5a00d0027a" providerId="LiveId" clId="{CAB8F2AF-1830-49C3-9F69-8FDCC51A149C}" dt="2026-06-30T14:42:45.049" v="146" actId="931"/>
          <ac:spMkLst>
            <pc:docMk/>
            <pc:sldMk cId="678083589" sldId="260"/>
            <ac:spMk id="3" creationId="{D1DFB075-77BF-EC19-614C-169929F4108D}"/>
          </ac:spMkLst>
        </pc:spChg>
        <pc:spChg chg="add mod">
          <ac:chgData name="YUVA TEJA" userId="91a11b5a00d0027a" providerId="LiveId" clId="{CAB8F2AF-1830-49C3-9F69-8FDCC51A149C}" dt="2026-06-30T14:43:27.895" v="153" actId="1076"/>
          <ac:spMkLst>
            <pc:docMk/>
            <pc:sldMk cId="678083589" sldId="260"/>
            <ac:spMk id="7" creationId="{19BBF32E-BFBC-8CD2-25B6-4E3AF0F6EC8F}"/>
          </ac:spMkLst>
        </pc:spChg>
        <pc:picChg chg="add mod ord">
          <ac:chgData name="YUVA TEJA" userId="91a11b5a00d0027a" providerId="LiveId" clId="{CAB8F2AF-1830-49C3-9F69-8FDCC51A149C}" dt="2026-06-30T14:43:02.285" v="150" actId="14100"/>
          <ac:picMkLst>
            <pc:docMk/>
            <pc:sldMk cId="678083589" sldId="260"/>
            <ac:picMk id="5" creationId="{8170E078-5D30-07E0-F9AD-794801E98648}"/>
          </ac:picMkLst>
        </pc:picChg>
      </pc:sldChg>
      <pc:sldChg chg="modSp new mod">
        <pc:chgData name="YUVA TEJA" userId="91a11b5a00d0027a" providerId="LiveId" clId="{CAB8F2AF-1830-49C3-9F69-8FDCC51A149C}" dt="2026-06-30T14:47:05.251" v="587" actId="20577"/>
        <pc:sldMkLst>
          <pc:docMk/>
          <pc:sldMk cId="3618964367" sldId="261"/>
        </pc:sldMkLst>
        <pc:spChg chg="mod">
          <ac:chgData name="YUVA TEJA" userId="91a11b5a00d0027a" providerId="LiveId" clId="{CAB8F2AF-1830-49C3-9F69-8FDCC51A149C}" dt="2026-06-30T14:43:45.167" v="155"/>
          <ac:spMkLst>
            <pc:docMk/>
            <pc:sldMk cId="3618964367" sldId="261"/>
            <ac:spMk id="2" creationId="{7DDFD8BB-EC60-E397-1555-90533402BC1E}"/>
          </ac:spMkLst>
        </pc:spChg>
        <pc:spChg chg="mod">
          <ac:chgData name="YUVA TEJA" userId="91a11b5a00d0027a" providerId="LiveId" clId="{CAB8F2AF-1830-49C3-9F69-8FDCC51A149C}" dt="2026-06-30T14:47:05.251" v="587" actId="20577"/>
          <ac:spMkLst>
            <pc:docMk/>
            <pc:sldMk cId="3618964367" sldId="261"/>
            <ac:spMk id="3" creationId="{7F860F55-5A3A-ADC3-70B3-1242E75F8EE0}"/>
          </ac:spMkLst>
        </pc:spChg>
      </pc:sldChg>
      <pc:sldChg chg="modSp new mod">
        <pc:chgData name="YUVA TEJA" userId="91a11b5a00d0027a" providerId="LiveId" clId="{CAB8F2AF-1830-49C3-9F69-8FDCC51A149C}" dt="2026-06-30T14:47:46.693" v="597" actId="20577"/>
        <pc:sldMkLst>
          <pc:docMk/>
          <pc:sldMk cId="3907450838" sldId="262"/>
        </pc:sldMkLst>
        <pc:spChg chg="mod">
          <ac:chgData name="YUVA TEJA" userId="91a11b5a00d0027a" providerId="LiveId" clId="{CAB8F2AF-1830-49C3-9F69-8FDCC51A149C}" dt="2026-06-30T14:47:19.920" v="589"/>
          <ac:spMkLst>
            <pc:docMk/>
            <pc:sldMk cId="3907450838" sldId="262"/>
            <ac:spMk id="2" creationId="{1F3BA65E-ADD5-A8DD-4D3F-368B81B1F8B6}"/>
          </ac:spMkLst>
        </pc:spChg>
        <pc:spChg chg="mod">
          <ac:chgData name="YUVA TEJA" userId="91a11b5a00d0027a" providerId="LiveId" clId="{CAB8F2AF-1830-49C3-9F69-8FDCC51A149C}" dt="2026-06-30T14:47:46.693" v="597" actId="20577"/>
          <ac:spMkLst>
            <pc:docMk/>
            <pc:sldMk cId="3907450838" sldId="262"/>
            <ac:spMk id="3" creationId="{88F09051-9CA7-87AB-80F7-C0391E9B17FF}"/>
          </ac:spMkLst>
        </pc:spChg>
      </pc:sldChg>
      <pc:sldChg chg="modSp new mod">
        <pc:chgData name="YUVA TEJA" userId="91a11b5a00d0027a" providerId="LiveId" clId="{CAB8F2AF-1830-49C3-9F69-8FDCC51A149C}" dt="2026-06-30T14:48:17.599" v="605" actId="20577"/>
        <pc:sldMkLst>
          <pc:docMk/>
          <pc:sldMk cId="2299222480" sldId="263"/>
        </pc:sldMkLst>
        <pc:spChg chg="mod">
          <ac:chgData name="YUVA TEJA" userId="91a11b5a00d0027a" providerId="LiveId" clId="{CAB8F2AF-1830-49C3-9F69-8FDCC51A149C}" dt="2026-06-30T14:47:58.422" v="599"/>
          <ac:spMkLst>
            <pc:docMk/>
            <pc:sldMk cId="2299222480" sldId="263"/>
            <ac:spMk id="2" creationId="{FA918712-2DEA-5DFC-9087-3AA929F454C6}"/>
          </ac:spMkLst>
        </pc:spChg>
        <pc:spChg chg="mod">
          <ac:chgData name="YUVA TEJA" userId="91a11b5a00d0027a" providerId="LiveId" clId="{CAB8F2AF-1830-49C3-9F69-8FDCC51A149C}" dt="2026-06-30T14:48:17.599" v="605" actId="20577"/>
          <ac:spMkLst>
            <pc:docMk/>
            <pc:sldMk cId="2299222480" sldId="263"/>
            <ac:spMk id="3" creationId="{2AA9C6B5-1EF0-E57F-9F95-AF13443D86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D60E-B427-7F21-8E37-1DF396384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354CE-4900-69DE-E801-7954704B9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DFFB-07EA-BD86-4966-26CBB9BF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ADADD-B3B2-A433-55F7-A22D0FCA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EC0FB-F55B-3B43-11B0-3035A9D3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00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B180-B76E-E82A-1DF8-A11B5E14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7E044-B52A-33EF-6078-CAA6C94D7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E1C5B-15EF-2D57-B615-AA7C2674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15545-A402-E9EB-1816-77630652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B268C-569B-5534-96D0-BED5A6C4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51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AB81-0AC0-581D-31EF-4B1A88C5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24910-7936-2C0E-A08F-0921264FF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9C957-0DB1-A1CC-9899-3612268A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BE690-3307-FEC0-7A88-8BFECA8C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8020-9E5F-3487-2C6C-81C54902A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40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5787B-8C93-4A8D-8A9C-D3CC3458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B6C2-BA20-D1D3-B796-93203170E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3EB19-A6A8-9742-FBF7-7884A32B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0366C-6AE7-353A-0C54-2F831730B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BA086-8E07-6329-9240-6935410C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9A99D-628E-5493-2613-831E2AFC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79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234E6-49FD-2CC0-507D-C064C1D8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E4553-26FC-B36F-2794-847E74F29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040EC-628D-F78B-76AA-7F8C628D9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4D8F9-3609-2DDB-0220-73E5C3B8B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09763C-F34D-D04A-FAE2-8649F6B61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8DDABB-E09A-BBB0-A00E-BFBE951C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2B2A4-13BD-283C-B1C5-D749F6D3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E7191-F829-79B4-B435-1AAA35BE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65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C473A-D4D6-F541-764F-A810E6A9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760F8-7172-2092-92CE-B925163D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CB706-F9B1-0A13-B66E-016AEE4E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BB64A-5C22-027C-D7A5-1B9C9362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12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BBEC4-73CE-0B1F-62A8-9F096F41D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BD16FF-F956-FB2F-EB0C-64229F86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495B5-1BE1-DACD-AE0F-31B03192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66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812F-938B-713E-BCCE-25E256E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16A5A-6EE2-2C52-E4B9-AEDEF283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B455A-D536-A2BD-3190-E8F39DB79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0AA71-9F2E-5F47-326F-77BACE6D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5084D-A701-EFDA-DADE-9FF65B81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7123-A883-827E-2B65-856C93E9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86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924D-A7ED-1D3C-0E5D-59607563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F9B4E-E0F0-6B97-7696-C9147BABCB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7F978-7614-8847-F91A-FCAF1679A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59EC8-64DA-8382-1757-7ABD29B7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BE8FB-467F-4AA4-3B6C-2D77D078A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9DFE4-A2D0-9515-B221-72F27FEF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520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BCEF-9801-1716-A309-B9CBDBBC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6DA15-8800-2191-F393-A4917CBC8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445B0-714C-1F05-EA0C-0E96A43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D083D-7EEE-C731-3822-909A960A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EB9D-C74C-E71C-9FC3-74069AE8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70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01B4D0-8AB4-6A4F-0EF7-DA0B9DA42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3EC0D-4135-0202-E042-16318970A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928D7-4D4C-2D8B-CB7B-B9B9D79D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1EE98-61A2-FAEA-6F0A-B0C07FC0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13C42-130C-0CAF-900F-E935DAAC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19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6D1229-3A53-AF83-3810-2E7169BA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8B95E-FFF5-7EC1-BAB7-0B6ED8FED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1D4E9-F15D-5F96-5C66-7CA3361CA4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D99B9-0986-46C7-8D02-32C56F1425F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44630-E3AC-2E9A-BF02-D5B54280A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BE5DB-981B-663A-3790-DDF4C3A68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5F12E-D05F-4EAF-B872-50D7791A55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4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CC9D-82CF-92DD-D939-5D92DCBA1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NETFLIX CONTENT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3D9B5-6676-EE14-3B84-91625F63F4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Storytelling &amp; Statistical Validation</a:t>
            </a:r>
          </a:p>
          <a:p>
            <a:endParaRPr lang="en-US" dirty="0"/>
          </a:p>
          <a:p>
            <a:r>
              <a:rPr lang="en-US" dirty="0"/>
              <a:t>Prepared by:</a:t>
            </a:r>
          </a:p>
          <a:p>
            <a:r>
              <a:rPr lang="en-US" dirty="0"/>
              <a:t>Y Yuva Teja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76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E672-8E5E-00D9-65B7-FB804FBF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C54A4-0B46-96B0-2C6F-0863C80F9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Netflix content dataset</a:t>
            </a:r>
          </a:p>
          <a:p>
            <a:r>
              <a:rPr lang="en-IN" dirty="0"/>
              <a:t> Identify trends and patterns</a:t>
            </a:r>
          </a:p>
          <a:p>
            <a:r>
              <a:rPr lang="en-IN" dirty="0"/>
              <a:t> Create interactive dashboard</a:t>
            </a:r>
          </a:p>
          <a:p>
            <a:r>
              <a:rPr lang="en-IN" dirty="0"/>
              <a:t> Validate findings using statistics</a:t>
            </a:r>
          </a:p>
          <a:p>
            <a:r>
              <a:rPr lang="en-IN" dirty="0"/>
              <a:t> Provide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93358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BDE1-F6E8-3C65-13C0-D997C346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30352-26CA-5608-2340-163DD15E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Total records: 8809</a:t>
            </a:r>
          </a:p>
          <a:p>
            <a:endParaRPr lang="en-US" dirty="0"/>
          </a:p>
          <a:p>
            <a:r>
              <a:rPr lang="en-US" dirty="0"/>
              <a:t>Movies: 6131</a:t>
            </a:r>
          </a:p>
          <a:p>
            <a:r>
              <a:rPr lang="en-US" dirty="0"/>
              <a:t>TV Shows: 2676</a:t>
            </a:r>
          </a:p>
          <a:p>
            <a:endParaRPr lang="en-US" dirty="0"/>
          </a:p>
          <a:p>
            <a:r>
              <a:rPr lang="en-US" dirty="0"/>
              <a:t>Columns analyzed:</a:t>
            </a:r>
          </a:p>
          <a:p>
            <a:r>
              <a:rPr lang="en-US" dirty="0"/>
              <a:t> Type</a:t>
            </a:r>
          </a:p>
          <a:p>
            <a:r>
              <a:rPr lang="en-US" dirty="0"/>
              <a:t> Country</a:t>
            </a:r>
          </a:p>
          <a:p>
            <a:r>
              <a:rPr lang="en-US" dirty="0"/>
              <a:t> Rating</a:t>
            </a:r>
          </a:p>
          <a:p>
            <a:r>
              <a:rPr lang="en-US" dirty="0"/>
              <a:t> Release Year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271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B3B5-26E4-5A36-44DD-DCC2765D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30146"/>
          </a:xfrm>
        </p:spPr>
        <p:txBody>
          <a:bodyPr/>
          <a:lstStyle/>
          <a:p>
            <a:r>
              <a:rPr lang="en-IN" dirty="0"/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CC37B3-00A1-6D03-5B6D-BC080F8D7E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030147"/>
            <a:ext cx="9914681" cy="44446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BBECB0-B698-A876-D709-11D8A9DBD79F}"/>
              </a:ext>
            </a:extLst>
          </p:cNvPr>
          <p:cNvSpPr txBox="1"/>
          <p:nvPr/>
        </p:nvSpPr>
        <p:spPr>
          <a:xfrm>
            <a:off x="1088020" y="5657670"/>
            <a:ext cx="71271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Findings:</a:t>
            </a:r>
          </a:p>
          <a:p>
            <a:r>
              <a:rPr lang="en-US" dirty="0"/>
              <a:t>• Movies dominate Netflix content.</a:t>
            </a:r>
          </a:p>
          <a:p>
            <a:r>
              <a:rPr lang="en-US" dirty="0"/>
              <a:t>• USA produces the highest content.</a:t>
            </a:r>
          </a:p>
          <a:p>
            <a:r>
              <a:rPr lang="en-US" dirty="0"/>
              <a:t>• TV-MA is the most common rating.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35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F285-90B2-8BC6-FEF4-E59447445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Growth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70E078-5D30-07E0-F9AD-794801E98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580" y="1324650"/>
            <a:ext cx="3802963" cy="3872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BBF32E-BFBC-8CD2-25B6-4E3AF0F6EC8F}"/>
              </a:ext>
            </a:extLst>
          </p:cNvPr>
          <p:cNvSpPr txBox="1"/>
          <p:nvPr/>
        </p:nvSpPr>
        <p:spPr>
          <a:xfrm>
            <a:off x="1033041" y="5366187"/>
            <a:ext cx="6094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Netflix content increased rapidly after 2015.</a:t>
            </a:r>
          </a:p>
          <a:p>
            <a:r>
              <a:rPr lang="en-US" dirty="0"/>
              <a:t>• Peak production occurred around 2019.</a:t>
            </a:r>
          </a:p>
          <a:p>
            <a:r>
              <a:rPr lang="en-US" dirty="0"/>
              <a:t>• Growth declined after 2020.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08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D8BB-EC60-E397-1555-90533402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0F55-5A3A-ADC3-70B3-1242E75F8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Hypothesis:</a:t>
            </a:r>
          </a:p>
          <a:p>
            <a:pPr marL="0" indent="0">
              <a:buNone/>
            </a:pPr>
            <a:r>
              <a:rPr lang="en-US" dirty="0"/>
              <a:t>H0:</a:t>
            </a:r>
          </a:p>
          <a:p>
            <a:pPr marL="0" indent="0">
              <a:buNone/>
            </a:pPr>
            <a:r>
              <a:rPr lang="en-US" dirty="0"/>
              <a:t>Movies and TV Shows are equally distributed.</a:t>
            </a:r>
          </a:p>
          <a:p>
            <a:pPr marL="0" indent="0">
              <a:buNone/>
            </a:pPr>
            <a:r>
              <a:rPr lang="en-US" dirty="0"/>
              <a:t>H1:</a:t>
            </a:r>
          </a:p>
          <a:p>
            <a:pPr marL="0" indent="0">
              <a:buNone/>
            </a:pPr>
            <a:r>
              <a:rPr lang="en-US" dirty="0"/>
              <a:t>Movies and TV Shows are not equally distributed.</a:t>
            </a:r>
          </a:p>
          <a:p>
            <a:pPr marL="0" indent="0">
              <a:buNone/>
            </a:pPr>
            <a:r>
              <a:rPr lang="en-US" dirty="0"/>
              <a:t>Chi-square Statistic:</a:t>
            </a:r>
          </a:p>
          <a:p>
            <a:pPr marL="0" indent="0">
              <a:buNone/>
            </a:pPr>
            <a:r>
              <a:rPr lang="en-US" dirty="0"/>
              <a:t>1355.40</a:t>
            </a:r>
          </a:p>
          <a:p>
            <a:pPr marL="0" indent="0">
              <a:buNone/>
            </a:pPr>
            <a:r>
              <a:rPr lang="en-US" dirty="0"/>
              <a:t>P-value:</a:t>
            </a:r>
          </a:p>
          <a:p>
            <a:pPr marL="0" indent="0">
              <a:buNone/>
            </a:pPr>
            <a:r>
              <a:rPr lang="en-US" dirty="0"/>
              <a:t>1.03 × 10^-296</a:t>
            </a:r>
          </a:p>
          <a:p>
            <a:pPr marL="0" indent="0">
              <a:buNone/>
            </a:pPr>
            <a:r>
              <a:rPr lang="en-US" dirty="0"/>
              <a:t>Decision:</a:t>
            </a:r>
          </a:p>
          <a:p>
            <a:pPr marL="0" indent="0">
              <a:buNone/>
            </a:pPr>
            <a:r>
              <a:rPr lang="en-US" dirty="0"/>
              <a:t>Reject H0</a:t>
            </a:r>
          </a:p>
          <a:p>
            <a:pPr marL="0" indent="0">
              <a:buNone/>
            </a:pPr>
            <a:r>
              <a:rPr lang="en-US" dirty="0"/>
              <a:t>Conclusion:</a:t>
            </a:r>
          </a:p>
          <a:p>
            <a:pPr marL="0" indent="0">
              <a:buNone/>
            </a:pPr>
            <a:r>
              <a:rPr lang="en-US" dirty="0"/>
              <a:t>The difference between Movies and TV Shows is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361896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A65E-ADD5-A8DD-4D3F-368B81B1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09051-9CA7-87AB-80F7-C0391E9B1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Continue investing in movies.</a:t>
            </a:r>
          </a:p>
          <a:p>
            <a:r>
              <a:rPr lang="en-US" dirty="0"/>
              <a:t> Expand TV show production.</a:t>
            </a:r>
          </a:p>
          <a:p>
            <a:r>
              <a:rPr lang="en-US" dirty="0"/>
              <a:t> Increase regional content.</a:t>
            </a:r>
          </a:p>
          <a:p>
            <a:r>
              <a:rPr lang="en-US" dirty="0"/>
              <a:t> Focus on popular ratings.</a:t>
            </a:r>
          </a:p>
          <a:p>
            <a:r>
              <a:rPr lang="en-US" dirty="0"/>
              <a:t> Use data-driven decision 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450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8712-2DEA-5DFC-9087-3AA929F4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9C6B5-1EF0-E57F-9F95-AF13443D8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 </a:t>
            </a:r>
            <a:r>
              <a:rPr lang="en-US" dirty="0"/>
              <a:t>Netflix content is dominated by movies.</a:t>
            </a:r>
          </a:p>
          <a:p>
            <a:r>
              <a:rPr lang="en-US" dirty="0"/>
              <a:t> USA is the largest content producer.</a:t>
            </a:r>
          </a:p>
          <a:p>
            <a:r>
              <a:rPr lang="en-US" dirty="0"/>
              <a:t> TV-MA is the most popular rating.</a:t>
            </a:r>
          </a:p>
          <a:p>
            <a:r>
              <a:rPr lang="en-US" dirty="0"/>
              <a:t> Content production peaked around 2019.</a:t>
            </a:r>
          </a:p>
          <a:p>
            <a:r>
              <a:rPr lang="en-US" dirty="0"/>
              <a:t> Statistical testing validated the findings.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222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238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NETFLIX CONTENT ANALYSIS</vt:lpstr>
      <vt:lpstr>Project Objective</vt:lpstr>
      <vt:lpstr>Dataset Overview</vt:lpstr>
      <vt:lpstr>Power BI Dashboard</vt:lpstr>
      <vt:lpstr>Content Growth Analysis</vt:lpstr>
      <vt:lpstr>Statistical Validation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 TEJA</dc:creator>
  <cp:lastModifiedBy>YUVA TEJA</cp:lastModifiedBy>
  <cp:revision>1</cp:revision>
  <dcterms:created xsi:type="dcterms:W3CDTF">2026-06-30T14:28:38Z</dcterms:created>
  <dcterms:modified xsi:type="dcterms:W3CDTF">2026-06-30T14:48:18Z</dcterms:modified>
</cp:coreProperties>
</file>